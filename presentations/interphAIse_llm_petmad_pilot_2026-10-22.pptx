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data/experiments/llm_petmad_pilot_v1/report_live/report.md (prediction checks), state.json (prompts, responses, amendment 6ac89103…db3f), EXECUTION_choose2/3/summary.json. PET-MAD values: data/petmad/coating_comparison_v1/index.json (selected primary registry). LiCaAlF6 electrolyte registry range 0.52–0.74 J/m2. Rename of min_W_adh_J_m2 to weaker_contact_W_adh_J_m2 is deferred to a future protocol version; this pilot is not rewritten or rerun.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095375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62B3A"/>
                </a:solidFill>
                <a:latin typeface="Arial"/>
              </a:rPr>
              <a:t>Live pilot: feedback checked forecasts, but did not change the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9500" y="6400800"/>
            <a:ext cx="3429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75" b="0">
                <a:solidFill>
                  <a:srgbClr val="536574"/>
                </a:solidFill>
                <a:latin typeface="Arial"/>
              </a:rPr>
              <a:t>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400000"/>
          <a:ext cx="6300000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000"/>
                <a:gridCol w="1050000"/>
                <a:gridCol w="1150000"/>
                <a:gridCol w="1200000"/>
                <a:gridCol w="950000"/>
                <a:gridCol w="950000"/>
              </a:tblGrid>
              <a:tr h="440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Coating</a:t>
                      </a:r>
                    </a:p>
                  </a:txBody>
                  <a:tcPr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Contact</a:t>
                      </a:r>
                    </a:p>
                  </a:txBody>
                  <a:tcPr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Forecast W_adh</a:t>
                      </a:r>
                    </a:p>
                  </a:txBody>
                  <a:tcPr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PET-MAD</a:t>
                      </a:r>
                    </a:p>
                  </a:txBody>
                  <a:tcPr>
                    <a:solidFill>
                      <a:srgbClr val="16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>
                    <a:solidFill>
                      <a:srgbClr val="162B3A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A"/>
                          </a:solidFill>
                          <a:latin typeface="Arial"/>
                        </a:rPr>
                        <a:t>choose 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A"/>
                          </a:solidFill>
                          <a:latin typeface="Arial"/>
                        </a:rPr>
                        <a:t>LiTaF₆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A"/>
                          </a:solidFill>
                          <a:latin typeface="Arial"/>
                        </a:rPr>
                        <a:t>cathode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A"/>
                          </a:solidFill>
                          <a:latin typeface="Arial"/>
                        </a:rPr>
                        <a:t>3.2–3.9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A"/>
                          </a:solidFill>
                          <a:latin typeface="Arial"/>
                        </a:rPr>
                        <a:t>3.34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87F8C"/>
                          </a:solidFill>
                          <a:latin typeface="Arial"/>
                        </a:rPr>
                        <a:t>supported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A"/>
                          </a:solidFill>
                          <a:latin typeface="Arial"/>
                        </a:rPr>
                        <a:t>LiTaF₆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A"/>
                          </a:solidFill>
                          <a:latin typeface="Arial"/>
                        </a:rPr>
                        <a:t>electrolyte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A"/>
                          </a:solidFill>
                          <a:latin typeface="Arial"/>
                        </a:rPr>
                        <a:t>1.4–1.9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A"/>
                          </a:solidFill>
                          <a:latin typeface="Arial"/>
                        </a:rPr>
                        <a:t>1.58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87F8C"/>
                          </a:solidFill>
                          <a:latin typeface="Arial"/>
                        </a:rPr>
                        <a:t>supported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A"/>
                          </a:solidFill>
                          <a:latin typeface="Arial"/>
                        </a:rPr>
                        <a:t>choose 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A"/>
                          </a:solidFill>
                          <a:latin typeface="Arial"/>
                        </a:rPr>
                        <a:t>LiCaAlF₆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A"/>
                          </a:solidFill>
                          <a:latin typeface="Arial"/>
                        </a:rPr>
                        <a:t>cathode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A"/>
                          </a:solidFill>
                          <a:latin typeface="Arial"/>
                        </a:rPr>
                        <a:t>3.0–3.8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A"/>
                          </a:solidFill>
                          <a:latin typeface="Arial"/>
                        </a:rPr>
                        <a:t>1.43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B03A2E"/>
                          </a:solidFill>
                          <a:latin typeface="Arial"/>
                        </a:rPr>
                        <a:t>missed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A"/>
                          </a:solidFill>
                          <a:latin typeface="Arial"/>
                        </a:rPr>
                        <a:t>LiCaAlF₆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A"/>
                          </a:solidFill>
                          <a:latin typeface="Arial"/>
                        </a:rPr>
                        <a:t>electrolyte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A"/>
                          </a:solidFill>
                          <a:latin typeface="Arial"/>
                        </a:rPr>
                        <a:t>1.4–1.9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62B3A"/>
                          </a:solidFill>
                          <a:latin typeface="Arial"/>
                        </a:rPr>
                        <a:t>0.74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B03A2E"/>
                          </a:solidFill>
                          <a:latin typeface="Arial"/>
                        </a:rPr>
                        <a:t>missed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3700000"/>
            <a:ext cx="6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36574"/>
                </a:solidFill>
                <a:latin typeface="Arial"/>
              </a:rPr>
              <a:t>W_adh in J/m², selected primary registry. Weaker contact (electrolyte) predicted correctly for both.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0" y="1400000"/>
            <a:ext cx="44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87F8C"/>
                </a:solidFill>
                <a:latin typeface="Arial"/>
              </a:rPr>
              <a:t>Order unchanged. </a:t>
            </a:r>
            <a:r>
              <a:rPr sz="1600" b="0">
                <a:solidFill>
                  <a:srgbClr val="162B3A"/>
                </a:solidFill>
                <a:latin typeface="Arial"/>
              </a:rPr>
              <a:t>LiCaAlF₆ was already next on the shortlist before its feedback.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87F8C"/>
                </a:solidFill>
                <a:latin typeface="Arial"/>
              </a:rPr>
              <a:t>Model’s assessment: </a:t>
            </a:r>
            <a:r>
              <a:rPr sz="1600" b="0">
                <a:solidFill>
                  <a:srgbClr val="162B3A"/>
                </a:solidFill>
                <a:latin typeface="Arial"/>
              </a:rPr>
              <a:t>LiNbF₆ &gt; LiTaF₆ &gt; LiCaAlF₆ &gt; LiF. LiF was not physically evaluated; the small LiNbF₆–LiTaF₆ difference does not establish a robust winner.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B03A2E"/>
                </a:solidFill>
                <a:latin typeface="Arial"/>
              </a:rPr>
              <a:t>Correction: </a:t>
            </a:r>
            <a:r>
              <a:rPr sz="1600" b="0">
                <a:solidFill>
                  <a:srgbClr val="162B3A"/>
                </a:solidFill>
                <a:latin typeface="Arial"/>
              </a:rPr>
              <a:t>min_W_adh_J_m2 is the weaker of the two selected contact values, not the minimum across registries. Haiku’s suspicion came from misreading that definition.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00000"/>
            <a:ext cx="63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62B3A"/>
                </a:solidFill>
                <a:latin typeface="Arial"/>
              </a:rPr>
              <a:t>Not a search-efficiency result: </a:t>
            </a:r>
            <a:r>
              <a:rPr sz="1500" b="0">
                <a:solidFill>
                  <a:srgbClr val="162B3A"/>
                </a:solidFill>
                <a:latin typeface="Arial"/>
              </a:rPr>
              <a:t>one reference and two adaptive choices from a three-coating menu.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10275"/>
            <a:ext cx="109728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36574"/>
                </a:solidFill>
                <a:latin typeface="Arial"/>
              </a:rPr>
              <a:t>Haiku 5.5, 5 of 10 HTTP attempts, ≈ USD 0.006 list-price estimate (not billed). The summary prompt stopped uncharged at the 16,000-character bound; a hashed, summary-only 20,000 bound was approved and recorded. Original prompts, responses and state preserved.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